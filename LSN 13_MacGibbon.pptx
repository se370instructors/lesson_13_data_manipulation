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72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Gibbon, James E CPT" userId="dd281990-06be-4864-a5ca-d37fc3f7f2de" providerId="ADAL" clId="{71574464-C050-4898-8038-06C09C31F9A9}"/>
    <pc:docChg chg="custSel addSld delSld modSld delMainMaster">
      <pc:chgData name="MacGibbon, James E CPT" userId="dd281990-06be-4864-a5ca-d37fc3f7f2de" providerId="ADAL" clId="{71574464-C050-4898-8038-06C09C31F9A9}" dt="2022-02-03T17:04:41.301" v="118" actId="20577"/>
      <pc:docMkLst>
        <pc:docMk/>
      </pc:docMkLst>
      <pc:sldChg chg="del">
        <pc:chgData name="MacGibbon, James E CPT" userId="dd281990-06be-4864-a5ca-d37fc3f7f2de" providerId="ADAL" clId="{71574464-C050-4898-8038-06C09C31F9A9}" dt="2022-02-03T17:02:29.197" v="0" actId="47"/>
        <pc:sldMkLst>
          <pc:docMk/>
          <pc:sldMk cId="1204293654" sldId="256"/>
        </pc:sldMkLst>
      </pc:sldChg>
      <pc:sldChg chg="modSp mod">
        <pc:chgData name="MacGibbon, James E CPT" userId="dd281990-06be-4864-a5ca-d37fc3f7f2de" providerId="ADAL" clId="{71574464-C050-4898-8038-06C09C31F9A9}" dt="2022-02-03T17:02:51.932" v="33" actId="20577"/>
        <pc:sldMkLst>
          <pc:docMk/>
          <pc:sldMk cId="3859366770" sldId="257"/>
        </pc:sldMkLst>
        <pc:spChg chg="mod">
          <ac:chgData name="MacGibbon, James E CPT" userId="dd281990-06be-4864-a5ca-d37fc3f7f2de" providerId="ADAL" clId="{71574464-C050-4898-8038-06C09C31F9A9}" dt="2022-02-03T17:02:51.932" v="33" actId="20577"/>
          <ac:spMkLst>
            <pc:docMk/>
            <pc:sldMk cId="3859366770" sldId="257"/>
            <ac:spMk id="2" creationId="{6CD4C77A-7A0A-7941-A1CA-5F95F3A2BFB4}"/>
          </ac:spMkLst>
        </pc:spChg>
      </pc:sldChg>
      <pc:sldChg chg="modSp mod">
        <pc:chgData name="MacGibbon, James E CPT" userId="dd281990-06be-4864-a5ca-d37fc3f7f2de" providerId="ADAL" clId="{71574464-C050-4898-8038-06C09C31F9A9}" dt="2022-02-03T17:03:11.087" v="40" actId="20577"/>
        <pc:sldMkLst>
          <pc:docMk/>
          <pc:sldMk cId="2891860099" sldId="258"/>
        </pc:sldMkLst>
        <pc:spChg chg="mod">
          <ac:chgData name="MacGibbon, James E CPT" userId="dd281990-06be-4864-a5ca-d37fc3f7f2de" providerId="ADAL" clId="{71574464-C050-4898-8038-06C09C31F9A9}" dt="2022-02-03T17:03:07.420" v="39" actId="20577"/>
          <ac:spMkLst>
            <pc:docMk/>
            <pc:sldMk cId="2891860099" sldId="258"/>
            <ac:spMk id="2" creationId="{BE15C283-6C3C-394B-90E4-5599ADAE3806}"/>
          </ac:spMkLst>
        </pc:spChg>
        <pc:spChg chg="mod">
          <ac:chgData name="MacGibbon, James E CPT" userId="dd281990-06be-4864-a5ca-d37fc3f7f2de" providerId="ADAL" clId="{71574464-C050-4898-8038-06C09C31F9A9}" dt="2022-02-03T17:03:11.087" v="40" actId="20577"/>
          <ac:spMkLst>
            <pc:docMk/>
            <pc:sldMk cId="2891860099" sldId="258"/>
            <ac:spMk id="7" creationId="{55661805-6A49-403C-979A-6A19F94C7216}"/>
          </ac:spMkLst>
        </pc:spChg>
      </pc:sldChg>
      <pc:sldChg chg="modSp add mod">
        <pc:chgData name="MacGibbon, James E CPT" userId="dd281990-06be-4864-a5ca-d37fc3f7f2de" providerId="ADAL" clId="{71574464-C050-4898-8038-06C09C31F9A9}" dt="2022-02-03T17:04:41.301" v="118" actId="20577"/>
        <pc:sldMkLst>
          <pc:docMk/>
          <pc:sldMk cId="3610032248" sldId="259"/>
        </pc:sldMkLst>
        <pc:spChg chg="mod">
          <ac:chgData name="MacGibbon, James E CPT" userId="dd281990-06be-4864-a5ca-d37fc3f7f2de" providerId="ADAL" clId="{71574464-C050-4898-8038-06C09C31F9A9}" dt="2022-02-03T17:04:41.301" v="118" actId="20577"/>
          <ac:spMkLst>
            <pc:docMk/>
            <pc:sldMk cId="3610032248" sldId="259"/>
            <ac:spMk id="7" creationId="{55661805-6A49-403C-979A-6A19F94C7216}"/>
          </ac:spMkLst>
        </pc:spChg>
      </pc:sldChg>
      <pc:sldMasterChg chg="del delSldLayout">
        <pc:chgData name="MacGibbon, James E CPT" userId="dd281990-06be-4864-a5ca-d37fc3f7f2de" providerId="ADAL" clId="{71574464-C050-4898-8038-06C09C31F9A9}" dt="2022-02-03T17:02:29.197" v="0" actId="47"/>
        <pc:sldMasterMkLst>
          <pc:docMk/>
          <pc:sldMasterMk cId="1759044040" sldId="2147483660"/>
        </pc:sldMasterMkLst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1893527835" sldId="2147483651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2541830844" sldId="2147483652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3227613821" sldId="2147483653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1631660660" sldId="2147483654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420232276" sldId="2147483655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150898046" sldId="2147483656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3209498880" sldId="2147483657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2677385640" sldId="2147483658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627917074" sldId="2147483659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2678175900" sldId="2147483661"/>
          </pc:sldLayoutMkLst>
        </pc:sldLayoutChg>
        <pc:sldLayoutChg chg="del">
          <pc:chgData name="MacGibbon, James E CPT" userId="dd281990-06be-4864-a5ca-d37fc3f7f2de" providerId="ADAL" clId="{71574464-C050-4898-8038-06C09C31F9A9}" dt="2022-02-03T17:02:29.197" v="0" actId="47"/>
          <pc:sldLayoutMkLst>
            <pc:docMk/>
            <pc:sldMasterMk cId="1759044040" sldId="2147483660"/>
            <pc:sldLayoutMk cId="1377880326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9CA60-275B-4799-AF2D-66FABE819D0C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DAA17C-57EA-4236-BCCC-61BE32AF4E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13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36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13: </a:t>
            </a:r>
            <a:r>
              <a:rPr lang="en-US" sz="4800" dirty="0"/>
              <a:t>Data Manipulation in Base R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13: Data Manipulation in Base R</a:t>
            </a: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Access data using Base R functions</a:t>
            </a:r>
          </a:p>
          <a:p>
            <a:pPr marL="1100138" lvl="2" indent="-342900">
              <a:buAutoNum type="arabicPeriod"/>
            </a:pP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Transform data using Base R functions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Join data using Base R functions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Make a basic plot using Base R</a:t>
            </a:r>
            <a:r>
              <a:rPr lang="en-US" dirty="0"/>
              <a:t> </a:t>
            </a:r>
          </a:p>
          <a:p>
            <a:pPr marL="757238" lvl="2"/>
            <a:endParaRPr lang="en-US" dirty="0"/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Lesson 14: Working Lab II</a:t>
            </a:r>
          </a:p>
          <a:p>
            <a:pPr marL="1100138" lvl="2" indent="-342900"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Apply appropriate techniques to solve a problem or answer a question using R</a:t>
            </a:r>
          </a:p>
          <a:p>
            <a:pPr marL="757238" lvl="2"/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Apply formatting to a plot created in Base R</a:t>
            </a:r>
            <a:r>
              <a:rPr lang="en-US" dirty="0"/>
              <a:t> </a:t>
            </a:r>
          </a:p>
          <a:p>
            <a:pPr marL="757238" lvl="2"/>
            <a:endParaRPr lang="en-US" dirty="0"/>
          </a:p>
          <a:p>
            <a:pPr marL="300038" indent="-457200">
              <a:buFont typeface="Arial" panose="020B0604020202020204" pitchFamily="34" charset="0"/>
              <a:buChar char="•"/>
            </a:pPr>
            <a:r>
              <a:rPr lang="en-US" sz="3200" dirty="0"/>
              <a:t>Problem Set 2 due in 2 weeks!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10032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</Words>
  <Application>Microsoft Office PowerPoint</Application>
  <PresentationFormat>Widescreen</PresentationFormat>
  <Paragraphs>26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13: Data Manipulation in Base R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MacGibbon, James E CPT</dc:creator>
  <cp:lastModifiedBy>MacGibbon, James E CPT</cp:lastModifiedBy>
  <cp:revision>1</cp:revision>
  <dcterms:created xsi:type="dcterms:W3CDTF">2022-02-03T17:01:45Z</dcterms:created>
  <dcterms:modified xsi:type="dcterms:W3CDTF">2022-02-03T17:04:46Z</dcterms:modified>
</cp:coreProperties>
</file>